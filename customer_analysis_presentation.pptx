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65" r:id="rId5"/>
    <p:sldId id="258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92" y="9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F73D5661-922B-5EEC-A1DA-5136FE845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64" y="0"/>
            <a:ext cx="8094071" cy="6858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7278AAF-2027-F9CD-76A0-B01FC626E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546" y="3909646"/>
            <a:ext cx="2501515" cy="20004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2D372033-5705-77C7-FF39-3BBF004EE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627" y="379929"/>
            <a:ext cx="8304746" cy="53467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D2129-F49F-F752-3B72-EFAA13E2E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5E895CF3-8D8B-9F96-3580-E70E2C5AB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70" y="840207"/>
            <a:ext cx="8495372" cy="481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129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3FED3-0E4D-BDCB-D0E3-C8FB48E03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E2DE902-86B6-5EF0-24F5-62D31AA7F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30" y="910788"/>
            <a:ext cx="8541487" cy="470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22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569030F4-D6C3-0E6E-C515-77E8BFF34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96413"/>
            <a:ext cx="8328311" cy="47954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4D9F488F-A34D-520B-227D-A57B9E0F2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68" y="424363"/>
            <a:ext cx="8147539" cy="2168521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A4BCE600-3814-2EAB-A33C-EA5366D52663}"/>
              </a:ext>
            </a:extLst>
          </p:cNvPr>
          <p:cNvSpPr txBox="1"/>
          <p:nvPr/>
        </p:nvSpPr>
        <p:spPr>
          <a:xfrm>
            <a:off x="468922" y="4967922"/>
            <a:ext cx="81475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 err="1"/>
              <a:t>git</a:t>
            </a:r>
            <a:r>
              <a:rPr lang="de-DE" sz="1200" dirty="0"/>
              <a:t> </a:t>
            </a:r>
            <a:r>
              <a:rPr lang="de-DE" sz="1200" dirty="0" err="1"/>
              <a:t>clone</a:t>
            </a:r>
            <a:r>
              <a:rPr lang="de-DE" sz="1200" dirty="0"/>
              <a:t> https://github.com/Elena-Wowchik/customer-churn-analysis</a:t>
            </a:r>
          </a:p>
          <a:p>
            <a:r>
              <a:rPr lang="de-DE" sz="1200" dirty="0" err="1"/>
              <a:t>pip</a:t>
            </a:r>
            <a:r>
              <a:rPr lang="de-DE" sz="1200" dirty="0"/>
              <a:t> </a:t>
            </a:r>
            <a:r>
              <a:rPr lang="de-DE" sz="1200" dirty="0" err="1"/>
              <a:t>install</a:t>
            </a:r>
            <a:r>
              <a:rPr lang="de-DE" sz="1200" dirty="0"/>
              <a:t> </a:t>
            </a:r>
            <a:r>
              <a:rPr lang="de-DE" sz="1200" dirty="0" err="1"/>
              <a:t>pandas</a:t>
            </a:r>
            <a:r>
              <a:rPr lang="de-DE" sz="1200" dirty="0"/>
              <a:t> </a:t>
            </a:r>
            <a:r>
              <a:rPr lang="de-DE" sz="1200" dirty="0" err="1"/>
              <a:t>numpy</a:t>
            </a:r>
            <a:r>
              <a:rPr lang="de-DE" sz="1200" dirty="0"/>
              <a:t> </a:t>
            </a:r>
            <a:r>
              <a:rPr lang="de-DE" sz="1200" dirty="0" err="1"/>
              <a:t>matplotlib</a:t>
            </a:r>
            <a:r>
              <a:rPr lang="de-DE" sz="1200" dirty="0"/>
              <a:t> </a:t>
            </a:r>
            <a:r>
              <a:rPr lang="de-DE" sz="1200" dirty="0" err="1"/>
              <a:t>seaborn</a:t>
            </a:r>
            <a:r>
              <a:rPr lang="de-DE" sz="1200" dirty="0"/>
              <a:t> </a:t>
            </a:r>
            <a:r>
              <a:rPr lang="de-DE" sz="1200" dirty="0" err="1"/>
              <a:t>jupyter</a:t>
            </a:r>
            <a:endParaRPr lang="de-DE" sz="1200" dirty="0"/>
          </a:p>
          <a:p>
            <a:r>
              <a:rPr lang="de-DE" sz="1200" dirty="0" err="1"/>
              <a:t>jupyter</a:t>
            </a:r>
            <a:r>
              <a:rPr lang="de-DE" sz="1200" dirty="0"/>
              <a:t> </a:t>
            </a:r>
            <a:r>
              <a:rPr lang="de-DE" sz="1200" dirty="0" err="1"/>
              <a:t>notebook</a:t>
            </a:r>
            <a:endParaRPr lang="de-DE" sz="12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B719C1F-6093-EE67-4285-33056BF981AD}"/>
              </a:ext>
            </a:extLst>
          </p:cNvPr>
          <p:cNvSpPr txBox="1"/>
          <p:nvPr/>
        </p:nvSpPr>
        <p:spPr>
          <a:xfrm>
            <a:off x="498230" y="6027840"/>
            <a:ext cx="84699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b="0" i="1" dirty="0">
                <a:solidFill>
                  <a:srgbClr val="1F2328"/>
                </a:solidFill>
                <a:effectLst/>
                <a:latin typeface="Mona Sans VF"/>
              </a:rPr>
              <a:t>Analyse durchgeführt im Rahmen der Weiterbildung Data Science &amp; Projektmanagement – DATA SCIENCE Institute, Berlin 2025-26</a:t>
            </a:r>
            <a:endParaRPr lang="de-DE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Bildschirmpräsentation (4:3)</PresentationFormat>
  <Paragraphs>4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Mona Sans VF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Elena Wowchik</cp:lastModifiedBy>
  <cp:revision>3</cp:revision>
  <dcterms:created xsi:type="dcterms:W3CDTF">2013-01-27T09:14:16Z</dcterms:created>
  <dcterms:modified xsi:type="dcterms:W3CDTF">2026-04-19T14:09:41Z</dcterms:modified>
  <cp:category/>
</cp:coreProperties>
</file>
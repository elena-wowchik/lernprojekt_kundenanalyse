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Churn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Projektübersicht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Churn verstehen und Kundenbindung verbessern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Telekommunikationsdaten mit Kundeninformationen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Churn Verteilung</a:t>
            </a:r>
          </a:p>
        </p:txBody>
      </p:sp>
      <p:pic>
        <p:nvPicPr>
          <p:cNvPr id="3" name="Picture 2" descr="churn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Vertrag vs Churn</a:t>
            </a:r>
          </a:p>
        </p:txBody>
      </p:sp>
      <p:pic>
        <p:nvPicPr>
          <p:cNvPr id="3" name="Picture 2" descr="contract_ch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Kosten vs Churn</a:t>
            </a:r>
          </a:p>
        </p:txBody>
      </p:sp>
      <p:pic>
        <p:nvPicPr>
          <p:cNvPr id="3" name="Picture 2" descr="monthly_char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Tenure Verteilung</a:t>
            </a:r>
          </a:p>
        </p:txBody>
      </p:sp>
      <p:pic>
        <p:nvPicPr>
          <p:cNvPr id="3" name="Picture 2" descr="ten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Monatsverträge = hohes Risiko</a:t>
            </a:r>
          </a:p>
          <a:p>
            <a:r>
              <a:t>Hohe Kosten = mehr Churn</a:t>
            </a:r>
          </a:p>
          <a:p>
            <a:r>
              <a:t>Neue Kunden = gefährdet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Daten helfen, Kündigungen zu verstehen und zu reduzieren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